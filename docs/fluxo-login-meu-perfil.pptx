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c89e13f4db45a0" /><Relationship Type="http://schemas.openxmlformats.org/officeDocument/2006/relationships/extended-properties" Target="/docProps/app.xml" Id="Rc67c3981129b4ce9" /><Relationship Type="http://schemas.openxmlformats.org/officeDocument/2006/relationships/officeDocument" Target="/ppt/presentation.xml" Id="R14e00438b96c44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2a51a3b0a4a49"/>
  </p:sldMasterIdLst>
  <p:notesMasterIdLst>
    <p:notesMasterId xmlns:r="http://schemas.openxmlformats.org/officeDocument/2006/relationships" r:id="R54c0ec8c91624bb0"/>
  </p:notesMasterIdLst>
  <p:sldIdLst>
    <p:sldId xmlns:r="http://schemas.openxmlformats.org/officeDocument/2006/relationships" id="256" r:id="Rffee91318e7442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ba6179e4004fea" /><Relationship Type="http://schemas.openxmlformats.org/officeDocument/2006/relationships/slideMaster" Target="/ppt/slideMasters/slideMaster1.xml" Id="Rd212a51a3b0a4a49" /><Relationship Type="http://schemas.openxmlformats.org/officeDocument/2006/relationships/notesMaster" Target="/ppt/notesMasters/notesMaster1.xml" Id="R54c0ec8c91624bb0" /><Relationship Type="http://schemas.openxmlformats.org/officeDocument/2006/relationships/presProps" Target="/ppt/presProps.xml" Id="R7202e0b2909d4321" /><Relationship Type="http://schemas.openxmlformats.org/officeDocument/2006/relationships/tableStyles" Target="/ppt/tableStyles.xml" Id="R07276f4235bd4f40" /><Relationship Type="http://schemas.openxmlformats.org/officeDocument/2006/relationships/slide" Target="/ppt/slides/slide1.xml" Id="Rffee91318e7442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2b145d9b474f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57858e219f4456" /><Relationship Type="http://schemas.openxmlformats.org/officeDocument/2006/relationships/notesMaster" Target="/ppt/notesMasters/notesMaster1.xml" Id="R1c0e9c829ccf47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7ca8e955a4f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4931075c1348e9" /><Relationship Type="http://schemas.openxmlformats.org/officeDocument/2006/relationships/slideLayout" Target="/ppt/slideLayouts/slideLayout1.xml" Id="R0ca14a021fc14b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a14a021fc14b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82e136e514cb8" /><Relationship Type="http://schemas.openxmlformats.org/officeDocument/2006/relationships/notesSlide" Target="/ppt/notesSlides/notesSlide1.xml" Id="Rc3ec19dd532f4f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F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5ABF411-153B-48FC-8DC8-1695B3A3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DEF7C40-4D35-4D54-BC82-6977DE2C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62F2A"/>
                </a:solidFill>
                <a:latin typeface="Aptos"/>
                <a:ea typeface="Aptos"/>
                <a:cs typeface="Aptos"/>
              </a:rPr>
              <a:t>Login do Meu Perfil: estável em qualquer tela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8BDA9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632D4F9-7DB5-40A2-B4A9-0A4EB68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E34705F-9311-4B35-AF3B-B57F11A7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55435AD-AE73-4687-A9F4-24B170F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7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D0D29924-0F0A-48DB-80B4-91958451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5F7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1F3208F8-8032-473B-998B-23E04047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70"/>
                </a:solidFill>
                <a:latin typeface="Aptos"/>
                <a:ea typeface="Aptos"/>
                <a:cs typeface="Aptos"/>
              </a:rPr>
              <a:t>1. Escolha explícita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C37"/>
                </a:solidFill>
                <a:latin typeface="Aptos"/>
                <a:ea typeface="Aptos"/>
                <a:cs typeface="Aptos"/>
              </a:rPr>
              <a:t>O usuário seleciona E-mail ou Telefone antes de digitar. Cada opção abre seu próprio campo, validação e teclado.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F1E4C9C-F754-463A-87C7-AB51F37B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5F7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3AA09752-DE6A-4558-A98E-B464E494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70"/>
                </a:solidFill>
                <a:latin typeface="Aptos"/>
                <a:ea typeface="Aptos"/>
                <a:cs typeface="Aptos"/>
              </a:rPr>
              <a:t>2. Máscara previsível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C37"/>
                </a:solidFill>
                <a:latin typeface="Aptos"/>
                <a:ea typeface="Aptos"/>
                <a:cs typeface="Aptos"/>
              </a:rPr>
              <a:t>O telefone permanece em modo tel e aceita (61) 9 8174-8795 ou (61) 8174-8795, sem trocar o teclado a cada dígito.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439C81-7AEB-4F92-836C-EA2BF9C1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5F7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0608A47A-D002-47CC-BA87-6B028DFA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87F70"/>
                </a:solidFill>
                <a:latin typeface="Aptos"/>
                <a:ea typeface="Aptos"/>
                <a:cs typeface="Aptos"/>
              </a:rPr>
              <a:t>3. Envio normalizado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3C37"/>
                </a:solidFill>
                <a:latin typeface="Aptos"/>
                <a:ea typeface="Aptos"/>
                <a:cs typeface="Aptos"/>
              </a:rPr>
              <a:t>Ao solicitar o código, a interface remove a formatação e envia 55 + DDD + número para a API, pronta para os canais autorizados.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4390722A-7000-4A55-A99C-EEB46BE4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70"/>
                </a:solidFill>
                <a:latin typeface="Aptos"/>
                <a:ea typeface="Aptos"/>
                <a:cs typeface="Aptos"/>
              </a:rPr>
              <a:t>DIGITAÇÃO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DFC6AF42-92DF-4C09-9C85-47822CCB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70"/>
                </a:solidFill>
                <a:latin typeface="Aptos"/>
                <a:ea typeface="Aptos"/>
                <a:cs typeface="Aptos"/>
              </a:rPr>
              <a:t>TIPO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2C40B5FC-ED05-4534-9C09-0A480551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70"/>
                </a:solidFill>
                <a:latin typeface="Aptos"/>
                <a:ea typeface="Aptos"/>
                <a:cs typeface="Aptos"/>
              </a:rPr>
              <a:t>ENVIO</a:t>
            </a:r>
          </a:p>
        </p:txBody>
      </p:sp>
    </p:spTree>
    <p:extLst>
      <p:ext uri="{BB962C8B-B14F-4D97-AF65-F5344CB8AC3E}">
        <p14:creationId xmlns:p14="http://schemas.microsoft.com/office/powerpoint/2010/main" val="172940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2026-07-22T16:53:55.9570000Z</dcterms:created>
  <dcterms:modified xsi:type="dcterms:W3CDTF">2026-07-22T16:53:55.9570000Z</dcterms:modified>
</coreProperties>
</file>